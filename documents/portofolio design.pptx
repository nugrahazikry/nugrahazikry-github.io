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4" r:id="rId8"/>
    <p:sldId id="261" r:id="rId9"/>
    <p:sldId id="262" r:id="rId10"/>
    <p:sldId id="263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0B"/>
    <a:srgbClr val="080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92079-7B97-4D27-9152-DCD89C66DBF1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C9EB1-629F-4ACE-8466-C765AE8EECC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202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C9EB1-629F-4ACE-8466-C765AE8EECC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228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8170-1144-2C72-9627-911D48CF0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4E3E3-9EBA-39C8-C3CF-2E1E5F957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A132-D828-11A1-4347-C86609C7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0131B-E842-6B8D-7414-5BCADC28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D9ED-4182-FC7D-C7B3-F6AA0422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783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989E-C2A5-011F-ABEE-50536CB7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9568-161B-9B6A-5DB0-8704DA99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A63B-2492-6AA8-BC51-DFC027C0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2CB1A-9AC2-0164-C12E-F67FB95A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BD902-E4BA-CDE5-D38E-0B5DED3F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283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7290-A4AD-B645-3FDD-AADB42BB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125B9-A759-22E7-0D7D-427BCE1F2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0E1A9-A2E3-BC35-9D16-B905F587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7B0D2-342C-5B8B-9C89-A6F86465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D2D8D-E09F-D42A-0CF6-BFCF84CB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0201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8B3B-662B-339E-5491-86A6D0AE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4DE4-08C6-6ADF-8930-D8267D7E6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FB90D-316A-4D41-352E-CA109643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1A2DF-5D70-68FC-BE8B-84DDB858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E4F31-5B9F-8A3E-B134-325CA34C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BC879-EA10-FD1D-29DC-10BB7925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175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34E0-8DA6-822E-ADA7-AABC2740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B3547-2904-43A6-5F39-BC929DB4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330B9-E185-750E-1176-B31B0199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BC90F-DB38-C353-D615-52F90DD6D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7ED4B-449D-A8F1-1BA4-FA550AC3F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CF60-3D64-DD81-A2C9-47702CA4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3DB6E-F54C-CD33-0A76-D45396E7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D543A-E7AB-80B8-57EF-66005923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48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AAE0-BDAA-E0B1-AB89-E65B448B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60059-00AE-B510-7BF6-15B24430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4316B-4B23-8628-3A09-CF3BECBD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0335D-D2FE-66AB-04C5-51F1CE10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56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E9C28-58EC-1F37-5DDA-78B3565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037EA-05FE-86E0-202C-5E579756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F5DB6-DC9A-A355-7226-1686AD6C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488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22E2-152B-64DA-2C87-96CA77E2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1405-23EC-B75C-64B2-B90FD1B50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3994E-4444-85A0-31E2-842AE5973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A6AA4-AE90-15FF-24D4-A3500F8E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FFE13-8CC1-3309-969D-E46851F2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0DE02-8079-C093-43AD-06976E45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111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1768-B011-56EE-A67E-295FEC0A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CD09F-022D-C6DD-B233-FC207F9CD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4097D-1A34-789A-DCDB-67132F840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913C6-2B93-189E-540C-2507F4E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84FB-B98E-FB6E-60F0-7B352FF4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04BD1-5A19-E673-A74D-4E1BEC4F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215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2642-DE5A-364E-51B0-DC832B16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0BCDF-0A2E-2C00-B9D5-E0676420B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070A-B709-2E16-19FC-2369F146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497CC-BE47-8E6B-6FB3-1EA2369E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7A3A-5492-D89B-5E40-7C95487F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637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26815-230A-6258-71B7-E75C6106B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E2C7D-870D-9730-68F9-A31B6B87B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81E3-AF69-CBE3-1F2B-78469288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95A7-1F67-A566-5963-3D26B798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4C784-3FED-DF54-C8F6-EA8F870C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985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F0AA1-5D39-D12B-BF2C-03CE4F22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AC563-8503-0C39-5899-77D4FE073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14ED0-FC12-3E8D-D5DE-18D7C6B66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4128F-6CCC-452B-854E-0EA9C9E4B084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09994-3081-9853-5B80-A17A45A5F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A577F-1746-57DD-D377-448B3D11C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E77F4-417D-45AE-BA95-F38F46F006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598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8BAA8C-5A56-FA72-5A1C-43734EA9D88A}"/>
              </a:ext>
            </a:extLst>
          </p:cNvPr>
          <p:cNvSpPr/>
          <p:nvPr/>
        </p:nvSpPr>
        <p:spPr>
          <a:xfrm>
            <a:off x="322290" y="296056"/>
            <a:ext cx="6003559" cy="5924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Photo</a:t>
            </a:r>
            <a:endParaRPr lang="en-ID" sz="3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3D369-A3B6-8914-68A4-37264D640E0B}"/>
              </a:ext>
            </a:extLst>
          </p:cNvPr>
          <p:cNvSpPr/>
          <p:nvPr/>
        </p:nvSpPr>
        <p:spPr>
          <a:xfrm>
            <a:off x="6808033" y="296056"/>
            <a:ext cx="4557010" cy="1244184"/>
          </a:xfrm>
          <a:prstGeom prst="rect">
            <a:avLst/>
          </a:prstGeom>
          <a:solidFill>
            <a:srgbClr val="080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ZIKRY ADJIE NUGRAHA</a:t>
            </a:r>
          </a:p>
          <a:p>
            <a:pPr algn="just"/>
            <a:r>
              <a:rPr lang="en-US" sz="2500" dirty="0"/>
              <a:t>AI ENGINEER | DATA SCIENTIST</a:t>
            </a:r>
            <a:endParaRPr lang="en-ID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6510B3-5602-BCF0-822D-B2148A6C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033" y="1540240"/>
            <a:ext cx="4557010" cy="2870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B3F207-C8EF-7E2E-F0D8-6DDE524CF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033" y="4411001"/>
            <a:ext cx="4557010" cy="12384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EB42E5-52FD-3D3E-D95D-B1ADA9A522A5}"/>
              </a:ext>
            </a:extLst>
          </p:cNvPr>
          <p:cNvSpPr/>
          <p:nvPr/>
        </p:nvSpPr>
        <p:spPr>
          <a:xfrm>
            <a:off x="6808032" y="5801193"/>
            <a:ext cx="1526499" cy="419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Download My CV</a:t>
            </a:r>
            <a:endParaRPr lang="en-ID" sz="1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B2A68D-024B-583C-22CF-D817E44CFCEE}"/>
              </a:ext>
            </a:extLst>
          </p:cNvPr>
          <p:cNvSpPr/>
          <p:nvPr/>
        </p:nvSpPr>
        <p:spPr>
          <a:xfrm>
            <a:off x="8471940" y="5801193"/>
            <a:ext cx="1526499" cy="419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Github</a:t>
            </a:r>
            <a:r>
              <a:rPr lang="en-US" sz="1500" dirty="0"/>
              <a:t> Repo</a:t>
            </a:r>
            <a:endParaRPr lang="en-ID" sz="15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CECF5-BCB7-9B08-4908-98DA954AEAC3}"/>
              </a:ext>
            </a:extLst>
          </p:cNvPr>
          <p:cNvSpPr/>
          <p:nvPr/>
        </p:nvSpPr>
        <p:spPr>
          <a:xfrm>
            <a:off x="10135848" y="5801192"/>
            <a:ext cx="1229195" cy="419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LinkedIn</a:t>
            </a:r>
            <a:endParaRPr lang="en-ID" sz="1500" dirty="0"/>
          </a:p>
        </p:txBody>
      </p:sp>
    </p:spTree>
    <p:extLst>
      <p:ext uri="{BB962C8B-B14F-4D97-AF65-F5344CB8AC3E}">
        <p14:creationId xmlns:p14="http://schemas.microsoft.com/office/powerpoint/2010/main" val="423070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C210-2F6E-4526-DE3A-F031C80F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36C58-6D26-0140-47EE-AD5574D82E22}"/>
              </a:ext>
            </a:extLst>
          </p:cNvPr>
          <p:cNvSpPr/>
          <p:nvPr/>
        </p:nvSpPr>
        <p:spPr>
          <a:xfrm>
            <a:off x="617095" y="251085"/>
            <a:ext cx="3505200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WORK EXPERIENCE</a:t>
            </a:r>
            <a:endParaRPr lang="en-ID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FC7796-9177-F836-55D7-216264C1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01"/>
          <a:stretch>
            <a:fillRect/>
          </a:stretch>
        </p:blipFill>
        <p:spPr>
          <a:xfrm>
            <a:off x="617095" y="1334124"/>
            <a:ext cx="10745449" cy="10493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B56466-9723-DF46-5F9B-ED1FECBB0406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DF7FA6-B87A-51FB-9B6D-1A00A4292658}"/>
              </a:ext>
            </a:extLst>
          </p:cNvPr>
          <p:cNvSpPr/>
          <p:nvPr/>
        </p:nvSpPr>
        <p:spPr>
          <a:xfrm>
            <a:off x="617095" y="2323475"/>
            <a:ext cx="10745449" cy="1169232"/>
          </a:xfrm>
          <a:prstGeom prst="rect">
            <a:avLst/>
          </a:prstGeom>
          <a:solidFill>
            <a:srgbClr val="0505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Spearheaded end-to-end AI application development, focusing on backend architecture (APIs, databases, AI ML models), frontend UIs, and cloud deployment.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Designed AI and ML algorithms to analyze geology and mining-related data to support data-driven decision-making and improve overall operational strategies.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0DB1B4-94E7-A5DA-8B5A-8850C1E9B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87"/>
          <a:stretch>
            <a:fillRect/>
          </a:stretch>
        </p:blipFill>
        <p:spPr>
          <a:xfrm>
            <a:off x="617095" y="3650536"/>
            <a:ext cx="10692984" cy="295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5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E2DC-0CC8-17FB-E7E5-53B39DF1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EBFDCD-96A6-F70F-5EEE-740B00F1C9BB}"/>
              </a:ext>
            </a:extLst>
          </p:cNvPr>
          <p:cNvSpPr/>
          <p:nvPr/>
        </p:nvSpPr>
        <p:spPr>
          <a:xfrm>
            <a:off x="617095" y="251085"/>
            <a:ext cx="3505200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PERSONAL PROJECTS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B9FEA-D6A1-B86B-CD8D-560F9C232CB2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5E5B2-CA9A-4B09-AB50-70FAA053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85" y="3853806"/>
            <a:ext cx="10964805" cy="2753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B9C9A-7498-EFE0-5340-F0745556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85" y="1143127"/>
            <a:ext cx="1096480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5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2F0A-D26F-C992-5634-B5D1BC76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D60CD-B095-1000-E6A0-1EB0609D7D6C}"/>
              </a:ext>
            </a:extLst>
          </p:cNvPr>
          <p:cNvSpPr/>
          <p:nvPr/>
        </p:nvSpPr>
        <p:spPr>
          <a:xfrm>
            <a:off x="317295" y="279188"/>
            <a:ext cx="3505200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PERSONAL PROJECTS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5C295-9382-08E5-F018-D75B76BD4350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7FBB1-CFE1-8A91-F822-ABA73537D68D}"/>
              </a:ext>
            </a:extLst>
          </p:cNvPr>
          <p:cNvSpPr/>
          <p:nvPr/>
        </p:nvSpPr>
        <p:spPr>
          <a:xfrm>
            <a:off x="367257" y="1197337"/>
            <a:ext cx="3482712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Languages &amp; Web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Python, SQL, JavaScript, HTML, CSS, </a:t>
            </a:r>
            <a:r>
              <a:rPr lang="en-US" dirty="0" err="1"/>
              <a:t>FastAPI</a:t>
            </a:r>
            <a:r>
              <a:rPr lang="en-US" dirty="0"/>
              <a:t>, Flask, </a:t>
            </a:r>
            <a:r>
              <a:rPr lang="en-US" dirty="0" err="1"/>
              <a:t>Streamlit</a:t>
            </a:r>
            <a:r>
              <a:rPr lang="en-US" dirty="0"/>
              <a:t>, Bootstrap, ReactJS, </a:t>
            </a:r>
            <a:r>
              <a:rPr lang="en-US" dirty="0" err="1"/>
              <a:t>BeautifulSoup</a:t>
            </a:r>
            <a:r>
              <a:rPr lang="en-US" dirty="0"/>
              <a:t>, Selenium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6E89B-062E-3986-A7E7-8DA131746914}"/>
              </a:ext>
            </a:extLst>
          </p:cNvPr>
          <p:cNvSpPr/>
          <p:nvPr/>
        </p:nvSpPr>
        <p:spPr>
          <a:xfrm>
            <a:off x="8536901" y="1197337"/>
            <a:ext cx="3382781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Advanced AI &amp; Agentic Platform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Azure OpenAI, Google Gemini, Vertex AI, Anthropic Claude, Hugging Face,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LangGraph</a:t>
            </a:r>
            <a:r>
              <a:rPr lang="en-US" dirty="0"/>
              <a:t>, RAG chains, Multi-agentic AI pipelines, Prompt Engineering, AI Infrastructure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4277E-CDFC-DCF7-17F1-11BCAAEBDF99}"/>
              </a:ext>
            </a:extLst>
          </p:cNvPr>
          <p:cNvSpPr/>
          <p:nvPr/>
        </p:nvSpPr>
        <p:spPr>
          <a:xfrm>
            <a:off x="4479558" y="1172978"/>
            <a:ext cx="3477717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Cloud &amp; Infrastructure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AWS (Lambda, EC2, ECR, </a:t>
            </a:r>
            <a:r>
              <a:rPr lang="en-US" dirty="0" err="1"/>
              <a:t>AppRunner</a:t>
            </a:r>
            <a:r>
              <a:rPr lang="en-US" dirty="0"/>
              <a:t>, </a:t>
            </a:r>
            <a:r>
              <a:rPr lang="en-US" dirty="0" err="1"/>
              <a:t>Sagemaker</a:t>
            </a:r>
            <a:r>
              <a:rPr lang="en-US" dirty="0"/>
              <a:t>), GCP (Cloud run, Artifact Registry), Microsoft Azure (ML Studio), Docker Compose, </a:t>
            </a:r>
            <a:r>
              <a:rPr lang="en-US" dirty="0" err="1"/>
              <a:t>Traefik</a:t>
            </a:r>
            <a:r>
              <a:rPr lang="en-US" dirty="0"/>
              <a:t>, CI/CD, </a:t>
            </a:r>
            <a:r>
              <a:rPr lang="en-US" dirty="0" err="1"/>
              <a:t>Granian</a:t>
            </a:r>
            <a:r>
              <a:rPr lang="en-US" dirty="0"/>
              <a:t>, </a:t>
            </a:r>
            <a:r>
              <a:rPr lang="en-US" dirty="0" err="1"/>
              <a:t>Gunicorn</a:t>
            </a:r>
            <a:r>
              <a:rPr lang="en-US" dirty="0"/>
              <a:t>, AWS &amp; GCP Secret Manager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98E6A4-E0F7-6824-CC90-6B0AD573F68A}"/>
              </a:ext>
            </a:extLst>
          </p:cNvPr>
          <p:cNvSpPr/>
          <p:nvPr/>
        </p:nvSpPr>
        <p:spPr>
          <a:xfrm>
            <a:off x="317294" y="4047348"/>
            <a:ext cx="3482712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ML, Computer Vision &amp; NLP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Scikit-learn, </a:t>
            </a:r>
            <a:r>
              <a:rPr lang="en-US" dirty="0" err="1"/>
              <a:t>XGBoost</a:t>
            </a:r>
            <a:r>
              <a:rPr lang="en-US" dirty="0"/>
              <a:t>, Random Forest, ARIMA, BQML, GCP </a:t>
            </a:r>
            <a:r>
              <a:rPr lang="en-US" dirty="0" err="1"/>
              <a:t>VisionAI</a:t>
            </a:r>
            <a:r>
              <a:rPr lang="en-US" dirty="0"/>
              <a:t>, YOLO, Scikit-image, GPT-4 Vision, </a:t>
            </a:r>
            <a:r>
              <a:rPr lang="en-US" dirty="0" err="1"/>
              <a:t>Tensorflow</a:t>
            </a:r>
            <a:r>
              <a:rPr lang="en-US" dirty="0"/>
              <a:t>, </a:t>
            </a:r>
            <a:r>
              <a:rPr lang="en-US" dirty="0" err="1"/>
              <a:t>Keras</a:t>
            </a:r>
            <a:r>
              <a:rPr lang="en-US" dirty="0"/>
              <a:t>, OCR, Pillow, Topic Modelling, Jaro-Winkler, Cosine Similarity, Fuzzy matching, Regex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3B341D-C228-2800-BA75-90AB9D4C6728}"/>
              </a:ext>
            </a:extLst>
          </p:cNvPr>
          <p:cNvSpPr/>
          <p:nvPr/>
        </p:nvSpPr>
        <p:spPr>
          <a:xfrm>
            <a:off x="8526914" y="4047348"/>
            <a:ext cx="3387773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 Analytics &amp; Visualization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GA4, Google Ads Data Hub, Google Ads Manager,  Google Looker Studio, Tableau, </a:t>
            </a:r>
            <a:r>
              <a:rPr lang="en-US" dirty="0" err="1"/>
              <a:t>PowerBI</a:t>
            </a:r>
            <a:r>
              <a:rPr lang="en-US" dirty="0"/>
              <a:t>, Plotly Dash, Matplotlib, Seaborn, 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7F3DA-0C9F-EB62-9911-24667B91F1B3}"/>
              </a:ext>
            </a:extLst>
          </p:cNvPr>
          <p:cNvSpPr/>
          <p:nvPr/>
        </p:nvSpPr>
        <p:spPr>
          <a:xfrm>
            <a:off x="4479558" y="4047348"/>
            <a:ext cx="3482712" cy="2698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Database &amp; Storage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Amazon RDS, Amazon S3, Google </a:t>
            </a:r>
            <a:r>
              <a:rPr lang="en-US" dirty="0" err="1"/>
              <a:t>BigQuery</a:t>
            </a:r>
            <a:r>
              <a:rPr lang="en-US" dirty="0"/>
              <a:t>, Google Cloud Storage, PostgreSQL, SQL Server, </a:t>
            </a:r>
            <a:r>
              <a:rPr lang="en-US" dirty="0" err="1"/>
              <a:t>SQLAlchemy</a:t>
            </a:r>
            <a:r>
              <a:rPr lang="en-US" dirty="0"/>
              <a:t>, MySQL, Azure Cosmos DB, </a:t>
            </a:r>
            <a:r>
              <a:rPr lang="en-US" dirty="0" err="1"/>
              <a:t>Qdrant</a:t>
            </a:r>
            <a:r>
              <a:rPr lang="en-US" dirty="0"/>
              <a:t>, SFTP</a:t>
            </a:r>
          </a:p>
        </p:txBody>
      </p:sp>
    </p:spTree>
    <p:extLst>
      <p:ext uri="{BB962C8B-B14F-4D97-AF65-F5344CB8AC3E}">
        <p14:creationId xmlns:p14="http://schemas.microsoft.com/office/powerpoint/2010/main" val="246430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E85B-EC18-128B-357B-7276C363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BAFE8-555B-CD8B-3A70-1EAE4C4B7F7D}"/>
              </a:ext>
            </a:extLst>
          </p:cNvPr>
          <p:cNvSpPr/>
          <p:nvPr/>
        </p:nvSpPr>
        <p:spPr>
          <a:xfrm>
            <a:off x="617095" y="251085"/>
            <a:ext cx="4194748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TECH STACK ARSENALS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A38FEB-F960-063F-B9F1-3B898ED07994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6CF92E-8EB7-8825-35FC-A8B48AF4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96" y="1416370"/>
            <a:ext cx="10745449" cy="2509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5449CE-9EF6-FBAF-2F46-594765345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95" y="3925953"/>
            <a:ext cx="10745449" cy="250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8B06B-F4D8-5E9F-5EE3-99A1820B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1FA391-9B21-CDE1-2AB4-BCA3742C0237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RESEARCH ARTICLE AND PUBLICATIONS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553C3-673D-B7E8-12B1-93247D00976F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CE657-0ECC-D89F-9381-7931EC35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657102"/>
            <a:ext cx="11279174" cy="35437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E3E9F1-6C7C-F27E-C26B-E3868385E888}"/>
              </a:ext>
            </a:extLst>
          </p:cNvPr>
          <p:cNvSpPr/>
          <p:nvPr/>
        </p:nvSpPr>
        <p:spPr>
          <a:xfrm>
            <a:off x="456413" y="5477030"/>
            <a:ext cx="8207902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Note: Can be swipe to the right and left</a:t>
            </a:r>
          </a:p>
          <a:p>
            <a:pPr algn="just"/>
            <a:r>
              <a:rPr lang="en-US" sz="2000" dirty="0"/>
              <a:t>Ensure every article is link and has a picture in it above the title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48262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77A1-A7E4-06EF-B245-239A9E28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87A300-1B75-93C2-E6E9-FC240C4880E8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TEACHING AND SEMINAR EXPERIENCE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14D40-0EA3-C9BF-0446-3AF7D53ABF81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96D77-E1B4-5265-4F77-021B09DB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657102"/>
            <a:ext cx="11279174" cy="35437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F39939-2EDF-01A3-6AEA-7BC3B14D4D7E}"/>
              </a:ext>
            </a:extLst>
          </p:cNvPr>
          <p:cNvSpPr/>
          <p:nvPr/>
        </p:nvSpPr>
        <p:spPr>
          <a:xfrm>
            <a:off x="456413" y="5477030"/>
            <a:ext cx="8207902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Note: Can be swipe to the right and left</a:t>
            </a:r>
          </a:p>
          <a:p>
            <a:pPr algn="just"/>
            <a:r>
              <a:rPr lang="en-US" sz="2000" dirty="0"/>
              <a:t>Ensure every article is link and has a picture in it above the title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76560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A0C4-F2E0-F8ED-5803-A1DF97F5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82B21-22F6-ACC5-112C-559D584E9665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EDUCATION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776FB-AB28-55D9-1CF4-0A195D3A6515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AD8FFF-502A-F730-3973-7B665439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307518"/>
            <a:ext cx="11086013" cy="26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7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75335-562E-61D5-A2EC-79B46514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9A303A-8BD9-7C14-43C5-E183D86F8D75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TRAINING AND CERTIFICATIONS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0450E-AFFD-5754-8619-BFB496302BD5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841C0-97FC-0B77-98FA-12DF3D7B8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442990"/>
            <a:ext cx="11190944" cy="1790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128CC8-A7F9-2CF2-3985-18FAC237B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3233940"/>
            <a:ext cx="11190944" cy="1790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DCC051-C87B-C300-CD9B-7D542695E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5024890"/>
            <a:ext cx="1119094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3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FE22-C2FA-D219-0658-CD3D1A49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AE0F74-C885-90A2-C6C3-67011B0FBF6E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ACHIEVEMENTS AND AWARDS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DAC27-80B3-A80F-EE25-C0BAD9F87AA7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C9909-C660-CC02-9581-9F7A5B4E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657102"/>
            <a:ext cx="11279174" cy="35437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707EFB-6C1B-7726-D206-32008711BF98}"/>
              </a:ext>
            </a:extLst>
          </p:cNvPr>
          <p:cNvSpPr/>
          <p:nvPr/>
        </p:nvSpPr>
        <p:spPr>
          <a:xfrm>
            <a:off x="456413" y="5477030"/>
            <a:ext cx="8207902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Note: Can be swipe to the right and left</a:t>
            </a:r>
          </a:p>
          <a:p>
            <a:pPr algn="just"/>
            <a:r>
              <a:rPr lang="en-US" sz="2000" dirty="0"/>
              <a:t>Ensure every achievement is link and has a picture in it above the title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481814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F3B97-C110-442A-6CE6-EF4825E8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E91F6C-B87E-F165-D8FF-3EC69CD6F307}"/>
              </a:ext>
            </a:extLst>
          </p:cNvPr>
          <p:cNvSpPr/>
          <p:nvPr/>
        </p:nvSpPr>
        <p:spPr>
          <a:xfrm>
            <a:off x="456413" y="251086"/>
            <a:ext cx="6593174" cy="753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000" dirty="0"/>
              <a:t>GET IN TOUCH</a:t>
            </a:r>
            <a:endParaRPr lang="en-ID" sz="3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8C195-0D5B-FE08-83C9-2299F26DF12C}"/>
              </a:ext>
            </a:extLst>
          </p:cNvPr>
          <p:cNvSpPr/>
          <p:nvPr/>
        </p:nvSpPr>
        <p:spPr>
          <a:xfrm>
            <a:off x="8514413" y="1978701"/>
            <a:ext cx="2848131" cy="359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December 2025 - Present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7455D-466A-8FA7-87A5-22D51FE8D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826" y="1571223"/>
            <a:ext cx="8443389" cy="43948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3FBA4B-3BE7-6FDF-CAB4-F3205F00DBAE}"/>
              </a:ext>
            </a:extLst>
          </p:cNvPr>
          <p:cNvSpPr/>
          <p:nvPr/>
        </p:nvSpPr>
        <p:spPr>
          <a:xfrm>
            <a:off x="2848131" y="4826833"/>
            <a:ext cx="7000407" cy="97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Whatsapp</a:t>
            </a:r>
            <a:r>
              <a:rPr lang="en-US" dirty="0"/>
              <a:t> number &gt; copy &gt; send </a:t>
            </a:r>
            <a:r>
              <a:rPr lang="en-US" dirty="0" err="1"/>
              <a:t>Whatsapp</a:t>
            </a:r>
            <a:r>
              <a:rPr lang="en-US" dirty="0"/>
              <a:t> message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22529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9F9962-6D78-B7D2-8AE8-E5C5826E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22" y="1056944"/>
            <a:ext cx="5048955" cy="4744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2A954B-84FC-A0D1-6E04-473B523C2774}"/>
              </a:ext>
            </a:extLst>
          </p:cNvPr>
          <p:cNvSpPr/>
          <p:nvPr/>
        </p:nvSpPr>
        <p:spPr>
          <a:xfrm>
            <a:off x="7330757" y="3429000"/>
            <a:ext cx="614597" cy="273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Demo</a:t>
            </a:r>
            <a:endParaRPr lang="en-ID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03324-587B-0879-B507-D6E26C8E8536}"/>
              </a:ext>
            </a:extLst>
          </p:cNvPr>
          <p:cNvSpPr/>
          <p:nvPr/>
        </p:nvSpPr>
        <p:spPr>
          <a:xfrm>
            <a:off x="7991457" y="3412136"/>
            <a:ext cx="614597" cy="273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Github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72326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430</Words>
  <Application>Microsoft Office PowerPoint</Application>
  <PresentationFormat>Widescreen</PresentationFormat>
  <Paragraphs>57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Zikry Adjie Nugraha</dc:creator>
  <cp:lastModifiedBy>Zikry Adjie Nugraha</cp:lastModifiedBy>
  <cp:revision>80</cp:revision>
  <dcterms:created xsi:type="dcterms:W3CDTF">2026-03-30T03:11:16Z</dcterms:created>
  <dcterms:modified xsi:type="dcterms:W3CDTF">2026-03-30T11:37:16Z</dcterms:modified>
</cp:coreProperties>
</file>